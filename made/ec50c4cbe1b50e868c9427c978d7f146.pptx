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tent logbook into a slide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was asked for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turn the tent logbook into a slide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/>
            </a:pPr>
            <a:r>
              <a:t>Operator: Can you make me a .md file for the Lucelabs tent logbook</a:t>
            </a:r>
          </a:p>
          <a:p>
            <a:pPr>
              <a:defRPr sz="1800"/>
            </a:pPr>
            <a:r>
              <a:t>ENYGMA: Here is your markdown, lucelabs-tent-logbook.md. It is in this thread and in your Library, so you can come back to it.</a:t>
            </a:r>
          </a:p>
          <a:p>
            <a:pPr>
              <a:defRPr sz="1800"/>
            </a:pPr>
            <a:r>
              <a:t>Operator: give me a word doc of the tent logbook</a:t>
            </a:r>
          </a:p>
          <a:p>
            <a:pPr>
              <a:defRPr sz="1800"/>
            </a:pPr>
            <a:r>
              <a:t>ENYGMA: Here is your word document, tent-logbook.docx. It is in this thread and in your Library, so you can come back to it.</a:t>
            </a:r>
          </a:p>
          <a:p>
            <a:pPr>
              <a:defRPr sz="1800"/>
            </a:pPr>
            <a:r>
              <a:t>From his library:</a:t>
            </a:r>
            <a:br/>
            <a:r>
              <a:t>From "tent logbook":</a:t>
            </a:r>
            <a:br/>
            <a:r>
              <a:t>tent logbook What was asked for give me a word doc of the tent logbook The material Operator: Can you make me a .md file for the Lucelabs tent logbook ENYGMA: Here is your markdown, lucelabs-tent-logbook.md. It is in this thread and in your Library, so you can come back to it. From his library: From "Lucelabs tent logbook": Lucelabs tent logbook What was asked for Can you make me a .md file for the Lucelabs tent logbook The material From his library: From "Lucelabs tent logbook": Lucelabs tent logbook What was asked for Can you make me a .md file for the Lucelabs tent logbook From "Lucelabs tent logbook": Lucelabs tent logbook What was asked for Can you make me a .md file for the Lucelabs tent logbook The material Here is your markdown, lucelabs-tent-logbook.md. It is in this thread and in your Library, so you can come back to it. From "Lucelabs tent logbook": Lucelabs tent logbook What was asked for Can you make me a .md file for the Lucelabs tent logbook From "Lucelabs tent logbook": Lucelabs tent logbook What was asked for Can you make me a .md file for the Lucelabs tent logbook The material Here is your markdown, lucelabs-tent-logbook.md. It is in this thread and in your Library, so you can come back to</a:t>
            </a:r>
          </a:p>
          <a:p>
            <a:pPr>
              <a:defRPr sz="1800"/>
            </a:pPr>
            <a:r>
              <a:t>From "Lucelabs tent logbook":</a:t>
            </a:r>
            <a:br/>
            <a:r>
              <a:t>Lucelabs tent logbook What was asked for Can you make me a .md file for the Lucelabs tent logbook The material From his library: From "Lucelabs tent logbook": Lucelabs tent logbook What was asked for Can you make me a .md file for the Lucelabs tent logbook From "Lucelabs tent logbook": Lucelabs tent logbook What was asked for Can you make me a .md file for the Lucelabs tent logbook The material Here is your markdown, lucelabs-tent-logbook.md. It is in this thread and in your Library, so you can come back to it.</a:t>
            </a:r>
          </a:p>
          <a:p>
            <a:pPr>
              <a:defRPr sz="1800"/>
            </a:pPr>
            <a:r>
              <a:t>From "Lucelabs tent logbook":</a:t>
            </a:r>
            <a:br/>
            <a:r>
              <a:t>Lucelabs tent logbook What was asked for Can you make me a .md file for the Lucelabs tent logbook</a:t>
            </a:r>
          </a:p>
          <a:p>
            <a:pPr>
              <a:defRPr sz="1800"/>
            </a:pPr>
            <a:r>
              <a:t>From "tent logbook":</a:t>
            </a:r>
            <a:br/>
            <a:r>
              <a:t>tent logbook What was asked for Can you make me a .md file for the Lucelabs tent logbook The material Here is your markdown, lucelabs-tent-logbook.md. It is in this thread and in your Library, so you can come back to it.</a:t>
            </a:r>
          </a:p>
          <a:p>
            <a:pPr>
              <a:defRPr sz="1800"/>
            </a:pPr>
            <a:r>
              <a:t>From "Lucelabs tent logbook":</a:t>
            </a:r>
            <a:br/>
            <a:r>
              <a:t>Lucelabs tent logbook What was asked for Can you make me a .md file for the Lucelabs tent logbook The material Here is your markdown, lucelabs-tent-logbook.md. It is in this thread and in your Library, so you can come back to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